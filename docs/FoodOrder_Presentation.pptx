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27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05840"/>
            <a:ext cx="3657600" cy="3657600"/>
          </a:xfrm>
          <a:prstGeom prst="ellipse">
            <a:avLst/>
          </a:prstGeom>
          <a:solidFill>
            <a:srgbClr val="1F6F5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743200" cy="2743200"/>
          </a:xfrm>
          <a:prstGeom prst="ellipse">
            <a:avLst/>
          </a:prstGeom>
          <a:solidFill>
            <a:srgbClr val="1F6F5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730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CLOUD TECHNOLOGY · FINAL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011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FoodOrder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Food Ordering System with Customer, Staff, and Admin Roles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6405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Tiengchiev Taing &amp;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46405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Penh, Cambodia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63624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Contributions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20756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26426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32095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37764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09160" y="1563624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15087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09160" y="2130552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5" name="Text 22"/>
          <p:cNvSpPr/>
          <p:nvPr/>
        </p:nvSpPr>
        <p:spPr>
          <a:xfrm>
            <a:off x="470916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20756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09160" y="2697480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8" name="Text 25"/>
          <p:cNvSpPr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12080" y="26426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709160" y="3264408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31" name="Text 28"/>
          <p:cNvSpPr/>
          <p:nvPr/>
        </p:nvSpPr>
        <p:spPr>
          <a:xfrm>
            <a:off x="470916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212080" y="32095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709160" y="3831336"/>
            <a:ext cx="365760" cy="36576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34" name="Text 31"/>
          <p:cNvSpPr/>
          <p:nvPr/>
        </p:nvSpPr>
        <p:spPr>
          <a:xfrm>
            <a:off x="470916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12080" y="37764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Tiengchiev Taing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F6F5C">
              <a:alpha val="45000"/>
            </a:srgbClr>
          </a:solidFill>
          <a:ln w="12700">
            <a:solidFill>
              <a:srgbClr val="2FA8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Tiengchiev Taing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Development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0" y="15361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database, API integration, debugging &amp; testing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Kimchheang</a:t>
            </a:r>
            <a:r>
              <a:rPr lang="en-US" sz="1400" b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7980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Presenting: Introduction, Objectives &amp; System Architecture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237744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</a:t>
            </a:r>
            <a:r>
              <a:rPr lang="en-US" sz="1400" b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Heng Kim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27980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Presenting: Database Design &amp; Core Features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4930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Chhayheng</a:t>
            </a:r>
            <a:r>
              <a:rPr lang="en-US" sz="1400" b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80390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Presenting: Access Control &amp; Security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37760" y="34930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Chhoyrothnak</a:t>
            </a:r>
            <a:r>
              <a:rPr lang="en-US" sz="1400" b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380390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Presenting: Technology Stack, Challenges &amp; Conclusion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Tiengchiev Taing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food businesses take orders by phone or in person. That's slow, error-prone, and it gives the kitchen no shared view of what's pending, in progress, or ready.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FoodOrder replaces that process with one web app serving customers, kitchen staff, and admins from the same data.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0" cy="3108960"/>
          </a:xfrm>
          <a:prstGeom prst="line">
            <a:avLst/>
          </a:prstGeom>
          <a:noFill/>
          <a:ln w="12700">
            <a:solidFill>
              <a:srgbClr val="2A35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customer, staff, and admin roles from one app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browsing, cart, checkout &amp; live order tracking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kitchen order queue with one-tap status updates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visibility into revenue, orders &amp; full menu control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hardened sessions, CSRF, rate limits, uploads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Kimchheang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PHP, no framework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7556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includes functions.php (hardened session + DB connection) and, on protected pages, auth_check.php, which redirects any visitor whose role isn't on that page's allow-list.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7889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10896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logout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55264" y="2697480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12" name="Text 9"/>
          <p:cNvSpPr/>
          <p:nvPr/>
        </p:nvSpPr>
        <p:spPr>
          <a:xfrm>
            <a:off x="3419856" y="27889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19856" y="310896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cart, checkout, tracking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697480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27889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/staff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310896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queue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621024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371246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3232" y="40325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menu, users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55264" y="3621024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21" name="Text 18"/>
          <p:cNvSpPr/>
          <p:nvPr/>
        </p:nvSpPr>
        <p:spPr>
          <a:xfrm>
            <a:off x="3419856" y="371246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/includes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19856" y="40325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header, guard, helpers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61888" y="3621024"/>
            <a:ext cx="2578608" cy="777240"/>
          </a:xfrm>
          <a:prstGeom prst="roundRect">
            <a:avLst>
              <a:gd name="adj" fmla="val 8235"/>
            </a:avLst>
          </a:prstGeom>
          <a:solidFill>
            <a:srgbClr val="1B222B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371246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/database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126480" y="40325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seed data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Kimchheang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8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 items are stored as a snapshot: name and price at the time of the order, not a live reference to the menu. Historical orders stay accurate even after a price changes or an item is removed.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209397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" y="25877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all three roles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96896" y="196596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209397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743200" y="25877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groupings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45152" y="196596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14" name="Text 11"/>
          <p:cNvSpPr/>
          <p:nvPr/>
        </p:nvSpPr>
        <p:spPr>
          <a:xfrm>
            <a:off x="4791456" y="209397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menu_items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791456" y="25877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Orderable items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93408" y="196596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17" name="Text 14"/>
          <p:cNvSpPr/>
          <p:nvPr/>
        </p:nvSpPr>
        <p:spPr>
          <a:xfrm>
            <a:off x="6839712" y="209397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39712" y="25877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 customer intends to order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29184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" y="34198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4944" y="391363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placed order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96896" y="329184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0" y="34198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43200" y="391363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items in an order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45152" y="329184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26" name="Text 23"/>
          <p:cNvSpPr/>
          <p:nvPr/>
        </p:nvSpPr>
        <p:spPr>
          <a:xfrm>
            <a:off x="4791456" y="34198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order_status_log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791456" y="391363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of status changes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93408" y="3291840"/>
            <a:ext cx="1911096" cy="1188720"/>
          </a:xfrm>
          <a:prstGeom prst="roundRect">
            <a:avLst>
              <a:gd name="adj" fmla="val 5385"/>
            </a:avLst>
          </a:prstGeom>
          <a:solidFill>
            <a:srgbClr val="1B222B"/>
          </a:solidFill>
          <a:ln/>
        </p:spPr>
      </p:sp>
      <p:sp>
        <p:nvSpPr>
          <p:cNvPr id="29" name="Text 26"/>
          <p:cNvSpPr/>
          <p:nvPr/>
        </p:nvSpPr>
        <p:spPr>
          <a:xfrm>
            <a:off x="6839712" y="34198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login_attempts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839712" y="391363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protection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Heng Kim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300837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Registration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session before any protected 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&amp; Cart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Categorized browsing, persistent cart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&amp;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Delivery/pickup, payment, live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active orders, one-tap status updates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/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Revenue, order volume, top sellers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&amp; User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Items, categories, accounts &amp;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3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Heng Kim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page includes a single guard, auth_check.php, before any other code runs. A page either enforces the correct role or fails to load. It never silently exposes itself.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587752" cy="2103120"/>
          </a:xfrm>
          <a:prstGeom prst="roundRect">
            <a:avLst>
              <a:gd name="adj" fmla="val 3478"/>
            </a:avLst>
          </a:prstGeom>
          <a:solidFill>
            <a:srgbClr val="1B222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450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menu, manage cart, check out, track own orders. No staff/admin access.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2286000"/>
            <a:ext cx="2587752" cy="2103120"/>
          </a:xfrm>
          <a:prstGeom prst="roundRect">
            <a:avLst>
              <a:gd name="adj" fmla="val 3478"/>
            </a:avLst>
          </a:prstGeom>
          <a:solidFill>
            <a:srgbClr val="1B222B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2450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474720" y="288036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advance the active order queue only. No menu, user, or revenue access.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98464" y="2286000"/>
            <a:ext cx="2587752" cy="2103120"/>
          </a:xfrm>
          <a:prstGeom prst="roundRect">
            <a:avLst>
              <a:gd name="adj" fmla="val 3478"/>
            </a:avLst>
          </a:prstGeom>
          <a:solidFill>
            <a:srgbClr val="1F6F5C"/>
          </a:solidFill>
          <a:ln w="12700">
            <a:solidFill>
              <a:srgbClr val="2FA8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2450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99632" y="288036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access: menu, categories, users, revenue dashboard, all orders.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Chhayheng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Built In,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was treated as a project requirement from day one, not an afterthought added at the end.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9384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98424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sessions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200400" y="1874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SameSite=Lax, and Secure cookies, so they can't be read by injected scripts or replayed cross-site.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59736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51460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404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200400" y="24048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form carries a per-session token, checked with a constant-time comparison.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2990088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044952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935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 limiting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3200400" y="29352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 attempts locks a username for 5 minutes, tracked independently of IP.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57530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34655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validation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3200400" y="34655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verified by real file content (getimagesize), not by trusting the file extension.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4050792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105656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3995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3200400" y="3995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X-Frame-Options, X-Content-Type-Options, and Referrer-Policy sent on every response.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Chhayheng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Kong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36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19842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8, procedural, session-based auth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636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0" y="19842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 via mysqli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9169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3264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5, server-rendered HTML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27889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1B22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37760" y="29169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37760" y="3264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Apache, local development &amp; testing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Chhoyrothnak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07" y="537667"/>
            <a:ext cx="570586" cy="5705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8046720" cy="914400"/>
          </a:xfrm>
          <a:prstGeom prst="roundRect">
            <a:avLst>
              <a:gd name="adj" fmla="val 7000"/>
            </a:avLst>
          </a:prstGeom>
          <a:solidFill>
            <a:srgbClr val="1B222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508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cart items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337560" y="149047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availability at checkout, not just on display, removing stale rows before the total is calculated.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7000"/>
            </a:avLst>
          </a:prstGeom>
          <a:solidFill>
            <a:srgbClr val="1B222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603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sprawl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337560" y="254203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every page's role check into a single auth_check.php guard.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7000"/>
            </a:avLst>
          </a:prstGeom>
          <a:solidFill>
            <a:srgbClr val="1B222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6118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 on refresh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337560" y="359359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order token invalidated the instant an order is placed.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Chhoyrothnak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291840"/>
            <a:ext cx="3291840" cy="3291840"/>
          </a:xfrm>
          <a:prstGeom prst="ellipse">
            <a:avLst/>
          </a:prstGeom>
          <a:solidFill>
            <a:srgbClr val="1F6F5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2FA88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" y="58338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FoodOrder meets its objectives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gives customers a smooth ordering experience, kitchen staff a clear live queue, and admins the visibility and control to run the menu and track sales. Security was part of the plan from day one, not bolted on afterward.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FA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7594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Chhoyrothnak</a:t>
            </a: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7594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918</Words>
  <Application>Microsoft Office PowerPoint</Application>
  <PresentationFormat>On-screen Show 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FoodOrder: Final Presentation</dc:title>
  <dc:subject>PptxGenJS Presentation</dc:subject>
  <dc:creator>FoodOrder Team</dc:creator>
  <cp:lastModifiedBy>Tiengchiev Taing</cp:lastModifiedBy>
  <cp:revision>6</cp:revision>
  <dcterms:created xsi:type="dcterms:W3CDTF">2026-07-04T00:47:11Z</dcterms:created>
  <dcterms:modified xsi:type="dcterms:W3CDTF">2026-07-04T06:12:41Z</dcterms:modified>
</cp:coreProperties>
</file>